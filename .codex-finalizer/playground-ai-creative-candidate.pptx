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d663ea79746fb" /><Relationship Type="http://schemas.openxmlformats.org/officeDocument/2006/relationships/extended-properties" Target="/docProps/app.xml" Id="Ra08f738d82174449" /><Relationship Type="http://schemas.openxmlformats.org/officeDocument/2006/relationships/officeDocument" Target="/ppt/presentation.xml" Id="Rd6e73cd312ed4c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940669f78422a"/>
  </p:sldMasterIdLst>
  <p:notesMasterIdLst>
    <p:notesMasterId xmlns:r="http://schemas.openxmlformats.org/officeDocument/2006/relationships" r:id="R92779840301541f1"/>
  </p:notesMasterIdLst>
  <p:sldIdLst>
    <p:sldId xmlns:r="http://schemas.openxmlformats.org/officeDocument/2006/relationships" id="256" r:id="R18dc23d485e64674"/>
    <p:sldId xmlns:r="http://schemas.openxmlformats.org/officeDocument/2006/relationships" id="257" r:id="R95f39b77a06543d5"/>
    <p:sldId xmlns:r="http://schemas.openxmlformats.org/officeDocument/2006/relationships" id="258" r:id="R1d9585ae1c1d454f"/>
    <p:sldId xmlns:r="http://schemas.openxmlformats.org/officeDocument/2006/relationships" id="259" r:id="R57c46c49ac064a41"/>
    <p:sldId xmlns:r="http://schemas.openxmlformats.org/officeDocument/2006/relationships" id="260" r:id="Rfbcbf29ed8e54670"/>
    <p:sldId xmlns:r="http://schemas.openxmlformats.org/officeDocument/2006/relationships" id="261" r:id="Ra88aa2102e7d45d9"/>
    <p:sldId xmlns:r="http://schemas.openxmlformats.org/officeDocument/2006/relationships" id="262" r:id="R6757769cc70c43da"/>
    <p:sldId xmlns:r="http://schemas.openxmlformats.org/officeDocument/2006/relationships" id="263" r:id="R6f89d08cdda64b80"/>
    <p:sldId xmlns:r="http://schemas.openxmlformats.org/officeDocument/2006/relationships" id="264" r:id="R6d5e133426e84e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72c8ee7694969" /><Relationship Type="http://schemas.openxmlformats.org/officeDocument/2006/relationships/slideMaster" Target="/ppt/slideMasters/slideMaster1.xml" Id="R58f940669f78422a" /><Relationship Type="http://schemas.openxmlformats.org/officeDocument/2006/relationships/notesMaster" Target="/ppt/notesMasters/notesMaster1.xml" Id="R92779840301541f1" /><Relationship Type="http://schemas.openxmlformats.org/officeDocument/2006/relationships/presProps" Target="/ppt/presProps.xml" Id="R549317132aa242d1" /><Relationship Type="http://schemas.openxmlformats.org/officeDocument/2006/relationships/tableStyles" Target="/ppt/tableStyles.xml" Id="Rddf9a4106ba740d5" /><Relationship Type="http://schemas.openxmlformats.org/officeDocument/2006/relationships/slide" Target="/ppt/slides/slide1.xml" Id="R18dc23d485e64674" /><Relationship Type="http://schemas.openxmlformats.org/officeDocument/2006/relationships/slide" Target="/ppt/slides/slide2.xml" Id="R95f39b77a06543d5" /><Relationship Type="http://schemas.openxmlformats.org/officeDocument/2006/relationships/slide" Target="/ppt/slides/slide3.xml" Id="R1d9585ae1c1d454f" /><Relationship Type="http://schemas.openxmlformats.org/officeDocument/2006/relationships/slide" Target="/ppt/slides/slide4.xml" Id="R57c46c49ac064a41" /><Relationship Type="http://schemas.openxmlformats.org/officeDocument/2006/relationships/slide" Target="/ppt/slides/slide5.xml" Id="Rfbcbf29ed8e54670" /><Relationship Type="http://schemas.openxmlformats.org/officeDocument/2006/relationships/slide" Target="/ppt/slides/slide6.xml" Id="Ra88aa2102e7d45d9" /><Relationship Type="http://schemas.openxmlformats.org/officeDocument/2006/relationships/slide" Target="/ppt/slides/slide7.xml" Id="R6757769cc70c43da" /><Relationship Type="http://schemas.openxmlformats.org/officeDocument/2006/relationships/slide" Target="/ppt/slides/slide8.xml" Id="R6f89d08cdda64b80" /><Relationship Type="http://schemas.openxmlformats.org/officeDocument/2006/relationships/slide" Target="/ppt/slides/slide9.xml" Id="R6d5e133426e8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1e804a13b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85c541d0874b36" /><Relationship Type="http://schemas.openxmlformats.org/officeDocument/2006/relationships/notesMaster" Target="/ppt/notesMasters/notesMaster1.xml" Id="R4f6e928ef9b244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758d9b9584e19" /><Relationship Type="http://schemas.openxmlformats.org/officeDocument/2006/relationships/notesMaster" Target="/ppt/notesMasters/notesMaster1.xml" Id="R3a84ccd9000848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419834177b4739" /><Relationship Type="http://schemas.openxmlformats.org/officeDocument/2006/relationships/notesMaster" Target="/ppt/notesMasters/notesMaster1.xml" Id="Rf115d603fcdb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057e14a224c33" /><Relationship Type="http://schemas.openxmlformats.org/officeDocument/2006/relationships/notesMaster" Target="/ppt/notesMasters/notesMaster1.xml" Id="Ra6ccd9b8fafe46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f9354f8af34a50" /><Relationship Type="http://schemas.openxmlformats.org/officeDocument/2006/relationships/notesMaster" Target="/ppt/notesMasters/notesMaster1.xml" Id="R679022bd2e62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f1fe6b0a1e4110" /><Relationship Type="http://schemas.openxmlformats.org/officeDocument/2006/relationships/notesMaster" Target="/ppt/notesMasters/notesMaster1.xml" Id="R8ae7ba2ebab844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4b150f0c34e2a" /><Relationship Type="http://schemas.openxmlformats.org/officeDocument/2006/relationships/notesMaster" Target="/ppt/notesMasters/notesMaster1.xml" Id="R06d86491f11f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b7eb1fa504c86" /><Relationship Type="http://schemas.openxmlformats.org/officeDocument/2006/relationships/notesMaster" Target="/ppt/notesMasters/notesMaster1.xml" Id="R388969f036e345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6b27f96d0450a" /><Relationship Type="http://schemas.openxmlformats.org/officeDocument/2006/relationships/notesMaster" Target="/ppt/notesMasters/notesMaster1.xml" Id="R6f396d1780b0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db4198841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5f1062da914dc6" /><Relationship Type="http://schemas.openxmlformats.org/officeDocument/2006/relationships/slideLayout" Target="/ppt/slideLayouts/slideLayout1.xml" Id="Rb39d54f0cf0b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d54f0cf0b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4d88e0df34e28" /><Relationship Type="http://schemas.openxmlformats.org/officeDocument/2006/relationships/notesSlide" Target="/ppt/notesSlides/notesSlide1.xml" Id="R6b379a5b909e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50fcb3db24d0b" /><Relationship Type="http://schemas.openxmlformats.org/officeDocument/2006/relationships/notesSlide" Target="/ppt/notesSlides/notesSlide2.xml" Id="Radf96671975b47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327bb2e244a4a" /><Relationship Type="http://schemas.openxmlformats.org/officeDocument/2006/relationships/notesSlide" Target="/ppt/notesSlides/notesSlide3.xml" Id="R97c8a189930f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6be6b16b14862" /><Relationship Type="http://schemas.openxmlformats.org/officeDocument/2006/relationships/notesSlide" Target="/ppt/notesSlides/notesSlide4.xml" Id="R4adb259eb3394a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62246e0874c2f" /><Relationship Type="http://schemas.openxmlformats.org/officeDocument/2006/relationships/notesSlide" Target="/ppt/notesSlides/notesSlide5.xml" Id="R5789f5e4f0784c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4573f6eb6452c" /><Relationship Type="http://schemas.openxmlformats.org/officeDocument/2006/relationships/notesSlide" Target="/ppt/notesSlides/notesSlide6.xml" Id="Rb345023554b540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52f697a7446a9" /><Relationship Type="http://schemas.openxmlformats.org/officeDocument/2006/relationships/notesSlide" Target="/ppt/notesSlides/notesSlide7.xml" Id="Rde0249ddcf7e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1fb8acfe4dce" /><Relationship Type="http://schemas.openxmlformats.org/officeDocument/2006/relationships/notesSlide" Target="/ppt/notesSlides/notesSlide8.xml" Id="Re5ba0b7354aa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c32137ab14eeb" /><Relationship Type="http://schemas.openxmlformats.org/officeDocument/2006/relationships/notesSlide" Target="/ppt/notesSlides/notesSlide9.xml" Id="Re05ca4ccdb5041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48155-FA09-4A8D-BC7C-29FE722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9BC1A-5EC0-4688-AEEE-0108BA8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INTERNAL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82802-931C-4DB9-B005-454CAB7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Playground</a:t>
            </a:r>
          </a:p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AI Creative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41977-C4E6-46B9-87A1-1681EB2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이미지 제작부터 비교와 활용까지 이어지는 AI 크리에이티브 워크스페이스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A3E30-5241-42A9-9EC5-2D453AE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3143250" cy="4191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52B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4A245-2B82-4408-93D8-25D8480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906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1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F7F00-7A81-49F7-8BE0-1A1E8DB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CREATE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COMPARE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EXPLORE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643C3-517E-4BBE-9755-03F52EBA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</a:t>
            </a:r>
          </a:p>
        </p:txBody>
      </p:sp>
    </p:spTree>
    <p:extLst>
      <p:ext uri="{BB962C8B-B14F-4D97-AF65-F5344CB8AC3E}">
        <p14:creationId xmlns:p14="http://schemas.microsoft.com/office/powerpoint/2010/main" val="875775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ECABC-B9C3-448E-B3CF-7DF0AF5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823F4-A538-4F0D-BCAF-F05050E9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크리에이티브 제작 과정의 단절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69817-414D-4314-A95D-306268A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기획, 제작, 비교, 다운로드가 여러 도구와 반복 작업에 흩어져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B7F57-7A56-4DCD-BECC-0EC7A2A7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1946D-69E9-4E2A-BEEA-535CA62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반복적인 시안 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FA030-7654-4079-B389-F96581E8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각도와 재질을 바꿀 때마다 별도의 요청과 파일 정리가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BF60A-B740-4AE6-B07A-7004FBB2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2712-46CB-4268-AACA-68CEE276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참조 이미지 활용의 어려움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C440B-4B27-4D2F-A70E-A86D627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337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편집 대상과 인물, 재질 이미지를 함께 반영하기 어렵습니다.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48D75-02E3-44E0-90F7-55204849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3739B-35DC-4200-983F-DB432B1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결과 비교와 이력 손실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0FB99-9CE3-4AE1-B93F-3E6888D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962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새 결과가 이전 결과를 덮어쓰면 시안 간 차이를 빠르게 판단하기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684C3-081A-4567-BDAD-61E7B44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2162A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789BF-82AC-4EA6-97DF-EFFF869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한 화면에서 이어지는 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877CA-0D9A-4E4F-9639-C01C080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이미지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CEDF1-0BE4-4850-9098-8ACF51C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AI 편집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42F2B-084C-42DE-BA42-2B5EFE5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결과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1D588-86D0-4B37-B24B-7A2FCD7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E3034-6E57-40DB-A122-1B11B2B2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53666-6269-4EDC-8B4A-E91476D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957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D2595-A44A-4DA2-9828-89981C7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Playground는 이 과정을 하나의 작업 공간으로 연결합니다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F7A91-D0F6-4C68-9884-6B189ECF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A174B-301E-4203-8273-380B1F2E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2 / 09</a:t>
            </a:r>
          </a:p>
        </p:txBody>
      </p:sp>
    </p:spTree>
    <p:extLst>
      <p:ext uri="{BB962C8B-B14F-4D97-AF65-F5344CB8AC3E}">
        <p14:creationId xmlns:p14="http://schemas.microsoft.com/office/powerpoint/2010/main" val="636139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5C336-5835-49F2-BC82-F0F8AB4B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D67EB-0C55-448E-A6D5-AC303BB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AI 크리에이티브 기능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94A6A-BA92-4835-A87C-A4B73EB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목적에 맞는 탭을 선택하고 동일한 업로드, 생성, 검토 흐름을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9D9E1-4EED-4814-88B8-92DD9CB8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F468-2761-47A6-ABED-424A59C9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335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다양한 각도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1A831-D460-424F-9F74-DD1D0737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335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한 장의 이미지에서 선택한 카메라 구도를 일괄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65D94-D86E-4938-A82C-3D0C943B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479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EC65A-CD4F-48FD-A04E-0AAE330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D44FB-DB50-4C70-9D0A-E6C9037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14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리스타일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D113A-8CBF-4FE0-AD87-7550E396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구조를 유지하면서 표면 재질과 색감을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9C121-B25E-4B68-897A-1905D27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2897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F17E8-EBCE-4657-BF88-699C6F6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9E530-529D-435D-9290-15DB09D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PhotoRoom 소재 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C47C7-85B2-4597-89E2-68E30FF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956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배경 제거와 그림자, 여백을 적용한 광고 소재 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75F6F-B67A-4923-8267-25696C2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4B0A8-B9A0-4D39-818F-782470F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3D198-A1AB-4F5D-881E-84104E8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A04ED-10B8-41DC-A76F-F5A8217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767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목표 캔버스 비율에 맞춰 배경 영역을 자연스럽게 확장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46965-D8CD-4459-B8C6-9BBDEAE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271E1-6F8B-4B62-A58D-C3A332AC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D8840-DD1A-4D9E-9CE4-842843C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합성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6EED6-F172-4ED0-B050-2457B216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577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최대 3개의 참조 이미지와 자연어 지시를 결합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C25CE-DEAB-45B6-BCCB-33B472A2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721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5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92410-A1F4-4146-9EAD-CFD76ED1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29CC2-E0FC-424B-938E-37786A3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3 / 09</a:t>
            </a:r>
          </a:p>
        </p:txBody>
      </p:sp>
    </p:spTree>
    <p:extLst>
      <p:ext uri="{BB962C8B-B14F-4D97-AF65-F5344CB8AC3E}">
        <p14:creationId xmlns:p14="http://schemas.microsoft.com/office/powerpoint/2010/main" val="1956662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677D3-25E4-41E7-AC2C-DCACE12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CBF5F-A718-4668-92A1-5A362B9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다양한 각도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82EC6-7F6A-4813-87E9-56CFB4E6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하나의 원본에서 필요한 카메라 구도를 선택해 여러 시안을 한 번에 생성합니다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0CE68-2A68-4E2C-B718-A800B83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D79B-2DB2-4D66-B7B8-3536FC09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83BB5-63F4-49E1-AE35-8A34358A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다양한 각도 생성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9132D-C98C-4934-8821-ED0235C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각도 선택과 누적 결과 그리드가 보이는 캡처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20655-2FEE-4D2C-A22E-EA526E8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43952-76C3-4DDA-BBE2-03F9E35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ComfyUI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C8A4F-984C-4649-AC15-79B5AC1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4F7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61161-88B1-47F9-A407-D20897E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최대 9개 각도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16BD9-E7C2-4E57-8AB5-4A70FB2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83794-7C73-45DF-ADDC-B1F6931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원본 이미지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2AECA-B1EB-48A1-836A-C98EF22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클릭 또는 드래그로 제품과 인물 이미지를 업로드합니다.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EB89C-A86E-4FD0-BB63-7B8583D1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B74C3-C277-43A7-9DB1-5393FEA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각도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0315A-8122-44F4-B0BD-D0D3BB21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19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정면, 클로즈업, 와이드, 좌우 45°와 90° 등을 선택합니다.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8E2D7-F972-459A-AB32-916D245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1FFC6-3432-4FC8-8FB3-8ABAF29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결과 누적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55F17-4E82-4495-8DBD-42AC77F8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새로 생성한 이미지는 기존 결과를 유지한 채 앞쪽에 추가됩니다.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44973-04AC-4F61-8833-861741E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27836-E89E-4775-B53F-B36C7EA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상세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A8A17-B10B-4CC6-B73C-39018EF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자세히 보기에서 결과 이미지의 고유 비율을 유지해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82B71-CC85-4E20-BFE7-8157043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11404-3C6A-4FB4-8C24-60A8F4C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4 / 09</a:t>
            </a:r>
          </a:p>
        </p:txBody>
      </p:sp>
    </p:spTree>
    <p:extLst>
      <p:ext uri="{BB962C8B-B14F-4D97-AF65-F5344CB8AC3E}">
        <p14:creationId xmlns:p14="http://schemas.microsoft.com/office/powerpoint/2010/main" val="536639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78A9D-BEC8-47AD-B591-A61ABFFF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6594F-3B08-4B48-801B-3DFDE678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리스타일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757DE-EA01-4921-9FA7-5EA5B5E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가구와 공간의 형태를 유지하면서 재질과 색상을 자연스럽게 변경합니다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B8CC-96C3-41AC-85A6-155D15EB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88E7D-4022-4AD5-A429-61BA2F91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구조 보존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3E23D-6632-4A05-9782-A58F3D53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제품 형태와 공간 구도는 유지하고 표면 표현에 집중합니다.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CB162-57FB-483C-9907-9760CD24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84061-6ECA-4B6C-8505-C968A33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구체적인 프롬프트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BFF07-8988-48EC-BACB-0074B42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우드, 패브릭, 대리석처럼 재질과 색상을 직접 지정합니다.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2775C-8D7E-43CB-92E5-DA56D5C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B822B-73C2-4556-93F6-F531C3D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빠른 키워드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2FB0D-1B98-449E-8310-CC5E31FA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자주 사용하는 재질 프롬프트를 추천 칩으로 제공합니다.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94E5E-8679-4B1E-A03A-36723411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D0708-A6BE-4E4F-A13B-D9375CCC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결과별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D4BCC-E46A-4122-A0CF-2A3D10BA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생성 당시 원본과 프롬프트를 카드에 함께 보존합니다.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0BE37-1F10-4895-AD6B-BBE40F2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6286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F54F7-6D4B-4D79-9A5A-F56CF02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582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B4C39-B818-44A1-93AF-7646F594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리스타일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789C-C519-4463-A926-7F10EF9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71950"/>
            <a:ext cx="582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업로드, 프롬프트, 전후 비교 카드가 보이는 캡처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25FBA-5DA4-4640-874A-AC65044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2B3DF-0969-4B31-BDD7-5BB2E19B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5 / 09</a:t>
            </a:r>
          </a:p>
        </p:txBody>
      </p:sp>
    </p:spTree>
    <p:extLst>
      <p:ext uri="{BB962C8B-B14F-4D97-AF65-F5344CB8AC3E}">
        <p14:creationId xmlns:p14="http://schemas.microsoft.com/office/powerpoint/2010/main" val="20241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099C3-CFA8-4C60-9E79-ED6C965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82FB5-AE42-46CE-A535-2BD665D9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PhotoRoom 소재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5E9D8-0B25-4FE2-8576-057B1C7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배경과 그림자를 조정해 광고와 커머스에 활용할 제품 이미지를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3083B-2BAF-4228-BBDD-F4A0EE5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6C02-C67A-4F88-9ED8-CD6FA3F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042D3-8F24-4934-BB0D-C18BF7F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PhotoRoom 소재 제작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EAC49-C177-4A9D-8A11-DA457DE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옵션 패널과 결과 카드가 함께 보이는 캡처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5DDC6-5E60-413A-8394-5964126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90120-4D3A-4E14-8CD9-7CDB35D4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배경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F413C-C067-4CA3-8695-290C6FD9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투명 배경을 기본으로 제품 중심의 결과 이미지를 생성합니다.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C3E22-65CC-4100-B03D-E9D80A9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CD57A-7DE9-42F1-B2D7-07E523C5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그림자 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29E76-8550-4151-9624-F7761C1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형태, 방향, 퍼짐, 부드러움과 강도를 세부 설정합니다.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6D6C5-BA38-46E4-BAEB-B6FB6CEF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809CD-9BE8-4215-951B-C9CEB07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캔버스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A47A4-3434-43D3-B424-344F8BA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여백과 종횡비를 조정해 매체 규격에 맞춥니다.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252EF-7A29-4AC7-A2A9-C5EEFB5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D2650-6FE7-42EE-BF27-00A379B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후처리 옵션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1CD0E-DD84-4C30-AE10-E8537DE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제품 보정과 조명 등 필요한 처리 옵션을 선택합니다.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F280B-AE76-4476-86F0-A1E415EA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E4C25-3EB2-4019-BCDE-AE9068A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6 / 09</a:t>
            </a:r>
          </a:p>
        </p:txBody>
      </p:sp>
    </p:spTree>
    <p:extLst>
      <p:ext uri="{BB962C8B-B14F-4D97-AF65-F5344CB8AC3E}">
        <p14:creationId xmlns:p14="http://schemas.microsoft.com/office/powerpoint/2010/main" val="455650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798B6-A0BF-426B-8A69-9E50DEBE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1243F-486C-4495-B379-E6C312AC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3C5A-5ED5-4824-952D-3C92F93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원본 피사체를 유지하면서 목표 비율의 빈 캔버스를 AI로 자연스럽게 채웁니다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AC9AE-6927-45BF-8747-697A9279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80A22-13E2-4FF2-8702-D079D34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출력 크기 프리셋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5C902-EA70-48DF-AFD6-771A6002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정사각형, 가로형, 와이드, 세로형과 스토리 규격을 제공합니다.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0A744-30D2-46C5-8137-0DE612F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A2068-EDCB-4C9C-AB2C-226A330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사용자 지정 크기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9C2C3-9887-4E4A-8AB1-DFEFF31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필요한 너비와 높이를 직접 입력할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5706F-C378-42B3-8DC9-D665A20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AC520-1F4C-47CA-B575-885A9BB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확장 여백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7B0DC-DF13-45D4-B781-01DD6AB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원본 크기와 AI가 생성할 주변 영역의 비중을 조절합니다.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9D877-52AA-4EC9-A22C-840F2209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BE6E1-7044-4DFE-8C05-689F7A3F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시드 재사용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D3AC7-A958-4B23-9879-68F98C1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동일한 입력과 시드로 유사한 확장 배경을 재현합니다.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781B2-7AB2-49AF-8BDE-40C2F4E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6191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2CD0D-0907-429E-9E30-E1930F8D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43300"/>
            <a:ext cx="573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6554F-C8EF-4481-A0C9-9CBE2B8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10000"/>
            <a:ext cx="573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확장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F017F-DB58-43DA-BA28-7DC97F92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573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크기 설정과 확장 결과 카드가 보이는 캡처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9E48F-747E-491D-85C5-49CE702F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6050B-C855-4885-83AE-3486A50D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7 / 09</a:t>
            </a:r>
          </a:p>
        </p:txBody>
      </p:sp>
    </p:spTree>
    <p:extLst>
      <p:ext uri="{BB962C8B-B14F-4D97-AF65-F5344CB8AC3E}">
        <p14:creationId xmlns:p14="http://schemas.microsoft.com/office/powerpoint/2010/main" val="516870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0FD87-857C-4082-9401-0A3012EC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A049E-6D4B-4F67-9495-022609B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합성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F1081-9CA6-4F93-A044-39869A3D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편집 대상과 참조 이미지를 구분하고 자연어로 원하는 결과를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5F14C-5FB5-48F7-B243-EFC06D8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59C29-83C8-46D5-9768-B0B08506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D5B83-D883-4054-A648-24B7958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이미지 합성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96F69-EDAB-4F0F-8614-C50DAF7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3개 업로드 슬롯과 합성 결과가 보이는 캡처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74303-A457-456A-85E9-8D047A7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68C06-D080-4310-A77E-4A4C390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순차 이미지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864DE-A4AE-41BD-BFC4-C2EC992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1번은 편집 대상, 2번과 3번은 인물이나 재질 참조로 사용합니다.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1014A-3364-485D-ABF8-33D53ECB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C8E61-3A82-4549-A16B-CEFE2EF5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다중 참조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6724C-ED45-47C9-9F6B-DC753582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최대 3장의 JPG, PNG, WebP 이미지를 함께 활용합니다.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3C2C8-4BD7-41C9-BA25-33103FB8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9FB8-70B4-4A5F-BB85-C86A53C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자연어 합성 지시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429D4-D5FC-476C-85FB-AE0E81B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이미지 번호를 포함해 배치, 재질 교체와 합성 조건을 설명합니다.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483A3-10C0-40DF-848F-43802F7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10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279C5-7152-47DD-B0DB-0B148962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생성 이력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2B437-5507-4C72-B93D-D1C4A5D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원본과 프롬프트를 결과 카드에 저장해 반복 시안을 비교합니다.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4EEC5-C356-4B9F-BE4C-0FBDD8A4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9DDFC-B32C-474B-8E80-9EC59EF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8 / 09</a:t>
            </a:r>
          </a:p>
        </p:txBody>
      </p:sp>
    </p:spTree>
    <p:extLst>
      <p:ext uri="{BB962C8B-B14F-4D97-AF65-F5344CB8AC3E}">
        <p14:creationId xmlns:p14="http://schemas.microsoft.com/office/powerpoint/2010/main" val="1647172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5F92B-53C2-44D6-A9A5-28A73072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4E644-09AE-4494-A181-DBE96A27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결과 검토와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605EA-88B5-47E1-ABCE-AA5D29F0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이전 시안을 유지하면서 차이를 비교하고 필요한 결과를 바로 활용합니다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E773D-E8D2-4128-ACF4-A898878E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810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F4AA-5CF6-40D9-AD9D-24F8FD7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36E0F-0E57-4E26-B1D2-DC3174C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누적 결과 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36C12-0340-4E09-9F86-3191FBF5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35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전후 비교 슬라이더가 보이는 캡처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46DC-ECEC-4297-A1D7-EEDB03D4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8196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1020"/>
          </a:solidFill>
          <a:ln xmlns:a="http://schemas.openxmlformats.org/drawingml/2006/main" w="14288">
            <a:solidFill>
              <a:srgbClr val="30385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45682-089B-4B10-87EE-AEBADA0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9090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SCREEN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2E8E5-1EB3-4693-9213-1D6278DC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원본 비율 자세히 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BC959-33B5-401B-9D0C-B43C4108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0C7"/>
                </a:solidFill>
                <a:latin typeface="Malgun Gothic"/>
                <a:ea typeface="Malgun Gothic"/>
                <a:cs typeface="Malgun Gothic"/>
              </a:rPr>
              <a:t>상세 보기 오버레이 캡처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AB818-15EF-495B-ACF4-F95718B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FB258-8759-466D-92C2-FC5BA26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B5CF6"/>
                </a:solidFill>
                <a:latin typeface="Malgun Gothic"/>
                <a:ea typeface="Malgun Gothic"/>
                <a:cs typeface="Malgun Gothic"/>
              </a:rPr>
              <a:t>최신 결과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DCB1B-B1C9-4261-80D5-81E9249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4F7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17571-4D12-452B-8F85-BAE3E26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531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F7CFF"/>
                </a:solidFill>
                <a:latin typeface="Malgun Gothic"/>
                <a:ea typeface="Malgun Gothic"/>
                <a:cs typeface="Malgun Gothic"/>
              </a:rPr>
              <a:t>마우스 전후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7F977-EAA5-48E7-868F-3C5F1AE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7340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52A0A-8A07-48D2-9167-9DA9971F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53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원본 비율 상세 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C12D0-D316-4EF2-A174-FC80CAE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340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C34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11561-22CB-4E8E-BB50-2E64BF5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53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34D399"/>
                </a:solidFill>
                <a:latin typeface="Malgun Gothic"/>
                <a:ea typeface="Malgun Gothic"/>
                <a:cs typeface="Malgun Gothic"/>
              </a:rPr>
              <a:t>개별 다운로드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DC872-BF7B-4E4B-9C25-271CD42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34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5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8FAFC"/>
                </a:solidFill>
                <a:latin typeface="Malgun Gothic"/>
                <a:ea typeface="Malgun Gothic"/>
                <a:cs typeface="Malgun Gothic"/>
              </a:rPr>
              <a:t>생성 결과를 덮어쓰지 않아 시안 탐색 과정과 선택 근거를 한 화면에서 유지합니다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E0F05-A359-454A-9429-5F4B19A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PLAYGROUND AI CREATIVE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EA88C-C485-4C2B-98CB-F86A8C9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9728D"/>
                </a:solidFill>
                <a:latin typeface="Malgun Gothic"/>
                <a:ea typeface="Malgun Gothic"/>
                <a:cs typeface="Malgun Gothic"/>
              </a:rPr>
              <a:t>9 / 09</a:t>
            </a:r>
          </a:p>
        </p:txBody>
      </p:sp>
    </p:spTree>
    <p:extLst>
      <p:ext uri="{BB962C8B-B14F-4D97-AF65-F5344CB8AC3E}">
        <p14:creationId xmlns:p14="http://schemas.microsoft.com/office/powerpoint/2010/main" val="1881373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2026-09-09T04:19:34.1650000Z</dcterms:created>
  <dcterms:modified xsi:type="dcterms:W3CDTF">2026-09-09T04:19:34.1660000Z</dcterms:modified>
</coreProperties>
</file>